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briefAI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86AB"/>
                </a:solidFill>
              </a:defRPr>
            </a:pPr>
            <a:r>
              <a:t>AI-Powered Trend Intelligence Platform</a:t>
            </a:r>
            <a:br/>
            <a:r>
              <a:t>Technical Overview &amp; Quantitative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Platform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236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Python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27,600+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Lines of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70+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Data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Signal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38328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566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3891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AI Trend Buckets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566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891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Alert Categories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Module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Data Collection Layer (scrapers/, 12 specialized scrapers)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GitHub Enhanced Scraper: 50+ repos/bucket, star velocity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HuggingFace Scraper: Model downloads, trending models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Financial Signals: Yahoo Finance, SEC EDGAR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Processing Layer (utils/, 45+ utility modules)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NLP Pipeline: spaCy + Sentence Transformers for entity extraction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Trend Aggregator: Multi-source signal fusion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Analytics Layer (modules/, 18 dashboard modules)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Streamlit-based interactive dashboards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Real-time visualization with Plotly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Pipeline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Update Frequency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News 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NewsAPI + RSS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Every 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500+ articles/day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GitHub Trends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GitHub API + Scraping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1,500+ repos tracked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Financial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Yahoo Finance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100+ tickers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SEC Filings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EDGAR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10-K, 10-Q, 8-K, S-1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VC/Funding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Crunchbase +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50+ deals/week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HuggingFace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HF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500+ models tracked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7-Signal Intelligence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Signal Type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Full Name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 Sources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Score Range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Technical Momentum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GitHub, HuggingFace, PapersWithCode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0-100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Capital Conviction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Crunchbase, PitchBook,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0-100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Enterprise Institutional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SEC 10-K, 10-Q, S-1, 8-K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0-100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Narrative Attention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TechCrunch, Bloomberg, VentureBeat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0-100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PMS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Public Market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Yahoo Finance, Stock mentions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0-100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Crypto Sentiment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Kraken, CoinGecko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0-100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MRS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Macro Regime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Economic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0-100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Signal Computation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Percentile Ranking: All signals normalized to 0-100 scale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Uses rolling 4-week baseline for comparison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Z-score normalization with 1.96 confidence interval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Velocity Tracking: Week-over-week delta computation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Velocity spike threshold: 3.0x baseline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EWMA smoothing with α=0.3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Composite Scoring: Weighted signal aggregation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Source credibility tiers: 1.0, 0.8, 0.6, 0.4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Minimum 2 sources required for confidence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31 AI Trend Buckets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Trend Bucket Taxonomy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Buckets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Foundation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LLM Architectures, Multimodal AI, Reasoning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AI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AI Chips, Vector DBs, Model Serving, MLOps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Agent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Agentic AI, Browser Agents, Code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Enterprise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AI Security, Compliance AI, Document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Industry Vertical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Healthcare AI, Legal AI, Finance AI, Climate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Creative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Text-to-Video, Music Gen, 3D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Emerging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Robotics, Quantum ML, Neuro-symbolic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Developer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AI IDEs, Prompt Engineering,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Data &amp;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Synthetic Data, Data Labeling, AutoML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Edge &amp; 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On-device AI, TinyML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Bucket Lifecycle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Emerging (Score: 90): New technology, high TMS, low CCS/EIS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Detection: TMS &gt; 80, CCS &lt; 20, minimal enterprise mentions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Validating (Score: 80): Growing attention, initial funding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Detection: Rising NAS, first CCS signals appearing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Establishing (Score: 60): Enterprise pilots, sustained funding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Detection: EIS &gt; 30, CCS &gt; 50, stable NAS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Mainstream (Score: 40): Broad adoption, commoditizing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Detection: EIS &gt; 60, stable all signals, low velocity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Business Analyst Frameworks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Gartner Hype Cycle Integration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Signal Pattern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Innovation 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High TMS, Low CCS/EIS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TMS&gt;80, CCS&lt;20, EIS&lt;10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Peak of Expectations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Max NAS, High CCS, Flat TMS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NAS&gt;80, CCS&gt;70, TMS Δ≤0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Trough of Disillusionment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Declining NAS/CCS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NAS Δ&lt;-20, CCS Δ&lt;-10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Slope of Enlightenment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Rising EIS, Stable TMS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EIS Δ&gt;10, TMS Δ&gt;0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Plateau of 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All signals stable, High 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Variance&lt;10, EIS&gt;60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5T Investment Thesis Scoring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 Sources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Indicators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Crunchbase,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Founder mentions, key hires, CB rank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GitHub, HuggingFace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Star velocity, downloads, repo count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News, Keywords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TAM mentions, market size articles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Lifecycle, 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Hype cycle phase, signal deltas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CCS, EIS, PMS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Funding rounds, SEC filings, revenue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Confidence &amp; Credibility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Source Credibility Tiers (4-tier weighting)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Tier 1 (1.0): SEC filings, Sequoia, a16z, WSJ, Bloomberg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Tier 2 (0.8): Crunchbase, PitchBook, Forbes, Fortune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Tier 3 (0.6): GitHub Trending, HuggingFace, TechCrunch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Tier 4 (0.4): Twitter/X, Reddit, Medium, Crypto sources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Confidence Intervals (95% CI)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Coverage variance: Based on entity count vs expected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Source variance: Standard deviation across sources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Temporal variance: Week-over-week volatility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Data Coverage Badges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FULL: 6/6 signals | GOOD: 4-5/6 | PARTIAL: 2-3/6 | LOW: 0-1/6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Intelligent Alert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Alert Type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Alert Type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Trigger Condition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Signal Pattern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Alpha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TMS&gt;80, CCS&lt;50, EIS&lt;30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Early technical momentum, undervalued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Hype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NAS&gt;80, TMS&lt;60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High attention, weak fundamentals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Enterprise Pull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EIS&gt;70, TMS&gt;60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Strong institutional adoption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Disruption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TMS&gt;90, NAS&gt;70, CCS rising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Rapid technical + narrative growth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Rotation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Velocity reversal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Trend direction change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Performance Metrics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Processing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&lt;4 hrs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Data Refresh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500+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Articles/Day Processed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1,500+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GitHub Repos Tracked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Buckets Analyzed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38328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566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3891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Uptime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256032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566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&lt; 2s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891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86AB"/>
                </a:solidFill>
              </a:defRPr>
            </a:pPr>
            <a:r>
              <a:t>Dashboard Load 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Entity Extraction: spaCy NER + custom AI taxonomy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Precision optimized for technology terms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Company/product disambiguation pipeline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Deduplication: Fuzzy matching with 85% threshold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Cross-source entity resolution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Temporal aggregation (weekly buckets)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Validation: Multi-source confirmation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Minimum 2 sources for trend confirmation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3-week minimum history for baseline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08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Python 3.11+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Core implementation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Web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Interactive dashboards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Plotly, 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Charts and graphs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NLP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spaCy, Sentence Transformers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Entity extraction, embeddings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Pandas, 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Data processing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Requests, aiohttp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Data collection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JSON, 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Data persistence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Pydantic,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365D"/>
                          </a:solidFill>
                        </a:defRPr>
                      </a:pPr>
                      <a:r>
                        <a:t>Configuration management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Codebase Structure (236 files, 27,600+ LOC)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scrapers/ - 12 data collection modules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github_enhanced_scraper.py, huggingface_scraper.py, etc.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modules/ - 18 dashboard and analysis modules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bucket_dashboard.py, trend_aggregator.py, etc.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utils/ - 45+ utility modules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bucket_models.py, bucket_scorers.py, investment_thesis.py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config/ - Configuration files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trend_detection.json, five_t_scoring.json, source_credibility.json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data/ - Generated data and caches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bucket_profiles.json, trend_heatmaps/, alerts/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Phase 1: Enhanced Signal Coverage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Add patent filing signals (USPTO integration)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Academic paper velocity (arXiv, Semantic Scholar)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Phase 2: Predictive Capabilities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ML-based trend prediction (3-6 month forecast)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Similar trend pattern matching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Phase 3: Integration &amp; APIs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REST API for programmatic access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Slack/Teams bot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1A365D"/>
                </a:solidFill>
              </a:defRPr>
            </a:pPr>
            <a:r>
              <a:t>• Phase 4: Advanced Analytics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Competitive landscape mapping</a:t>
            </a:r>
          </a:p>
          <a:p>
            <a:pPr lvl="1">
              <a:spcAft>
                <a:spcPts val="1200"/>
              </a:spcAft>
              <a:defRPr sz="1800">
                <a:solidFill>
                  <a:srgbClr val="1A365D"/>
                </a:solidFill>
              </a:defRPr>
            </a:pPr>
            <a:r>
              <a:t>    • Investment portfolio optimization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briefAI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86AB"/>
                </a:solidFill>
              </a:defRPr>
            </a:pPr>
            <a:r>
              <a:t>Transforming AI Trend Analysis with</a:t>
            </a:r>
            <a:br/>
            <a:r>
              <a:t>Data-Driven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